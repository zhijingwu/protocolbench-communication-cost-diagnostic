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6b3bed1334223" /><Relationship Type="http://schemas.openxmlformats.org/officeDocument/2006/relationships/extended-properties" Target="/docProps/app.xml" Id="R193b5862aac44710" /><Relationship Type="http://schemas.openxmlformats.org/officeDocument/2006/relationships/officeDocument" Target="/ppt/presentation.xml" Id="Re88c0aa83c6e4b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e5ab8a6c644190"/>
  </p:sldMasterIdLst>
  <p:notesMasterIdLst>
    <p:notesMasterId xmlns:r="http://schemas.openxmlformats.org/officeDocument/2006/relationships" r:id="R5695217891954d9c"/>
  </p:notesMasterIdLst>
  <p:sldIdLst>
    <p:sldId xmlns:r="http://schemas.openxmlformats.org/officeDocument/2006/relationships" id="256" r:id="R1413212bea0c45b9"/>
  </p:sldIdLst>
  <p:sldSz cx="13335000" cy="9810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05d73b82b4b51" /><Relationship Type="http://schemas.openxmlformats.org/officeDocument/2006/relationships/slideMaster" Target="/ppt/slideMasters/slideMaster1.xml" Id="R47e5ab8a6c644190" /><Relationship Type="http://schemas.openxmlformats.org/officeDocument/2006/relationships/notesMaster" Target="/ppt/notesMasters/notesMaster1.xml" Id="R5695217891954d9c" /><Relationship Type="http://schemas.openxmlformats.org/officeDocument/2006/relationships/presProps" Target="/ppt/presProps.xml" Id="R82808f06ec0a499c" /><Relationship Type="http://schemas.openxmlformats.org/officeDocument/2006/relationships/tableStyles" Target="/ppt/tableStyles.xml" Id="Ra0d3592630ae49ae" /><Relationship Type="http://schemas.openxmlformats.org/officeDocument/2006/relationships/slide" Target="/ppt/slides/slide1.xml" Id="R1413212bea0c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c5f3a2fe9a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64702892544c9f" /><Relationship Type="http://schemas.openxmlformats.org/officeDocument/2006/relationships/notesMaster" Target="/ppt/notesMasters/notesMaster1.xml" Id="Re7217078b45c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AgentProtocols commit 6349eb97f0ca83db9cbfd44dea0bbdbb3ea9d37f. experiments/topology_aware_protocol/notes/final_audit.md §§A–F; notes/local_preference_signal_audit.md §§D/G/H; results/processed/real_protocol_costs.csv and gaia_workflow_reversal.csv. The audited assignment caller uses the original no-client heuristic. Baseline is 0=Agora,1=A2A,2=ACP,3=A2A. analysis_task is an official configuration template instantiated under disclosed conventions; final is a terminal event, not a cost-bearing agent. Agent 3 has no edge in this template and remains A2A. No protocol_preference metadata is made into loss. The cost-bank dots use exact stored 10 KB mean latencies on a labeled logarithmic axis; no ranking precision is claimed. The all-four witness changes Agent 1 only at 10 KB, per-edge demand 100, lambda 0.1, synthetic unit margin. No scientific experiment was rerun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7a3c234d545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981f6082846cc" /><Relationship Type="http://schemas.openxmlformats.org/officeDocument/2006/relationships/slideLayout" Target="/ppt/slideLayouts/slideLayout1.xml" Id="Rc3fa9730c23842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fa9730c23842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d9cea28ea4be0" /><Relationship Type="http://schemas.openxmlformats.org/officeDocument/2006/relationships/notesSlide" Target="/ppt/notesSlides/notesSlide1.xml" Id="Rb0d5469e2ebf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panel-a">
            <a:extLst xmlns:a="http://schemas.openxmlformats.org/drawingml/2006/main">
              <a:ext uri="{FF2B5EF4-FFF2-40B4-BE49-F238E27FC236}">
                <a16:creationId xmlns:a16="http://schemas.microsoft.com/office/drawing/2014/main" id="{6E4782A8-B5D2-48EF-AEAB-40734A4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(a)  Released local assignment</a:t>
            </a:r>
          </a:p>
        </p:txBody>
      </p:sp>
      <p:sp>
        <p:nvSpPr>
          <p:cNvPr id="2" name="task-analysis">
            <a:extLst xmlns:a="http://schemas.openxmlformats.org/drawingml/2006/main">
              <a:ext uri="{FF2B5EF4-FFF2-40B4-BE49-F238E27FC236}">
                <a16:creationId xmlns:a16="http://schemas.microsoft.com/office/drawing/2014/main" id="{092A7C51-D68A-4085-8850-BD95E980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task_analysis</a:t>
            </a:r>
          </a:p>
        </p:txBody>
      </p:sp>
      <p:sp>
        <p:nvSpPr>
          <p:cNvPr id="3" name="agents-config">
            <a:extLst xmlns:a="http://schemas.openxmlformats.org/drawingml/2006/main">
              <a:ext uri="{FF2B5EF4-FFF2-40B4-BE49-F238E27FC236}">
                <a16:creationId xmlns:a16="http://schemas.microsoft.com/office/drawing/2014/main" id="{5A089EED-656C-4CAA-9B5B-CD31950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agents_config</a:t>
            </a:r>
          </a:p>
        </p:txBody>
      </p:sp>
      <p:sp>
        <p:nvSpPr>
          <p:cNvPr id="4" name="gaia-assignment-process">
            <a:extLst xmlns:a="http://schemas.openxmlformats.org/drawingml/2006/main">
              <a:ext uri="{FF2B5EF4-FFF2-40B4-BE49-F238E27FC236}">
                <a16:creationId xmlns:a16="http://schemas.microsoft.com/office/drawing/2014/main" id="{DB967C73-AE0A-4BD2-A09A-21A6204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"/>
            <a:ext cx="21050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3642"/>
                </a:solidFill>
                <a:latin typeface="Arial"/>
                <a:ea typeface="Arial"/>
                <a:cs typeface="Arial"/>
              </a:rPr>
              <a:t>GAIA</a:t>
            </a:r>
          </a:p>
          <a:p xmlns:a="http://schemas.openxmlformats.org/drawingml/2006/main">
            <a:pPr algn="ctr">
              <a:defRPr sz="2175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203642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cxnSp>
        <p:nvCxnSpPr>
          <p:cNvPr id="120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924050" y="804863"/>
            <a:ext cx="74295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38791"/>
            </a:solidFill>
            <a:prstDash val="solid"/>
            <a:tailEnd type="triangle" w="med" len="med"/>
          </a:ln>
        </p:spPr>
      </p:cxnSp>
      <p:cxnSp>
        <p:nvCxnSpPr>
          <p:cNvPr id="1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924050" y="1062038"/>
            <a:ext cx="74295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7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E6A304BA-4E97-4592-9784-0755B85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048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Fixed heuristic baseline</a:t>
            </a:r>
          </a:p>
        </p:txBody>
      </p:sp>
      <p:cxnSp>
        <p:nvCxnSpPr>
          <p:cNvPr id="123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248025" y="1543050"/>
            <a:ext cx="471488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9" name="baseline-agent-0">
            <a:extLst xmlns:a="http://schemas.openxmlformats.org/drawingml/2006/main">
              <a:ext uri="{FF2B5EF4-FFF2-40B4-BE49-F238E27FC236}">
                <a16:creationId xmlns:a16="http://schemas.microsoft.com/office/drawing/2014/main" id="{47B3A1B6-19CA-4F15-8F0B-F0A2A07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baseline-agent-0-protocol">
            <a:extLst xmlns:a="http://schemas.openxmlformats.org/drawingml/2006/main">
              <a:ext uri="{FF2B5EF4-FFF2-40B4-BE49-F238E27FC236}">
                <a16:creationId xmlns:a16="http://schemas.microsoft.com/office/drawing/2014/main" id="{936CA781-0D42-4BD8-95AA-A65A010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F648D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11" name="baseline-agent-1">
            <a:extLst xmlns:a="http://schemas.openxmlformats.org/drawingml/2006/main">
              <a:ext uri="{FF2B5EF4-FFF2-40B4-BE49-F238E27FC236}">
                <a16:creationId xmlns:a16="http://schemas.microsoft.com/office/drawing/2014/main" id="{539E0941-61C2-48AD-9100-2BE3979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baseline-agent-1-protocol">
            <a:extLst xmlns:a="http://schemas.openxmlformats.org/drawingml/2006/main">
              <a:ext uri="{FF2B5EF4-FFF2-40B4-BE49-F238E27FC236}">
                <a16:creationId xmlns:a16="http://schemas.microsoft.com/office/drawing/2014/main" id="{76980988-AEAD-49E7-8EC6-CEADC86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6230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E97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13" name="baseline-agent-2">
            <a:extLst xmlns:a="http://schemas.openxmlformats.org/drawingml/2006/main">
              <a:ext uri="{FF2B5EF4-FFF2-40B4-BE49-F238E27FC236}">
                <a16:creationId xmlns:a16="http://schemas.microsoft.com/office/drawing/2014/main" id="{C2DA4985-2BDB-44AB-BE2D-B30F725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baseline-agent-2-protocol">
            <a:extLst xmlns:a="http://schemas.openxmlformats.org/drawingml/2006/main">
              <a:ext uri="{FF2B5EF4-FFF2-40B4-BE49-F238E27FC236}">
                <a16:creationId xmlns:a16="http://schemas.microsoft.com/office/drawing/2014/main" id="{45679F77-9EDE-4CD5-8980-EF905086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6230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823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B582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58235"/>
                </a:solidFill>
                <a:latin typeface="Arial"/>
                <a:ea typeface="Arial"/>
                <a:cs typeface="Arial"/>
              </a:rPr>
              <a:t>ACP</a:t>
            </a:r>
          </a:p>
        </p:txBody>
      </p:sp>
      <p:sp>
        <p:nvSpPr>
          <p:cNvPr id="15" name="baseline-agent-3">
            <a:extLst xmlns:a="http://schemas.openxmlformats.org/drawingml/2006/main">
              <a:ext uri="{FF2B5EF4-FFF2-40B4-BE49-F238E27FC236}">
                <a16:creationId xmlns:a16="http://schemas.microsoft.com/office/drawing/2014/main" id="{6CDEC752-1073-485B-88A9-CAC04236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baseline-agent-3-protocol">
            <a:extLst xmlns:a="http://schemas.openxmlformats.org/drawingml/2006/main">
              <a:ext uri="{FF2B5EF4-FFF2-40B4-BE49-F238E27FC236}">
                <a16:creationId xmlns:a16="http://schemas.microsoft.com/office/drawing/2014/main" id="{7026CE0A-5E73-417A-9EFE-C4EBD939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6230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E97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17" name="missing-input-note">
            <a:extLst xmlns:a="http://schemas.openxmlformats.org/drawingml/2006/main">
              <a:ext uri="{FF2B5EF4-FFF2-40B4-BE49-F238E27FC236}">
                <a16:creationId xmlns:a16="http://schemas.microsoft.com/office/drawing/2014/main" id="{09E97453-24EC-4912-8BB1-9BD360F0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76650"/>
            <a:ext cx="6200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graph / edge demand not explicit inputs</a:t>
            </a:r>
          </a:p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to the audited assignment call</a:t>
            </a:r>
          </a:p>
        </p:txBody>
      </p:sp>
      <p:sp>
        <p:nvSpPr>
          <p:cNvPr id="18" name="missing-input-leader-1-start">
            <a:extLst xmlns:a="http://schemas.openxmlformats.org/drawingml/2006/main">
              <a:ext uri="{FF2B5EF4-FFF2-40B4-BE49-F238E27FC236}">
                <a16:creationId xmlns:a16="http://schemas.microsoft.com/office/drawing/2014/main" id="{590ECF0A-08E2-4FEB-87B1-BADC3324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missing-input-leader-1-end">
            <a:extLst xmlns:a="http://schemas.openxmlformats.org/drawingml/2006/main">
              <a:ext uri="{FF2B5EF4-FFF2-40B4-BE49-F238E27FC236}">
                <a16:creationId xmlns:a16="http://schemas.microsoft.com/office/drawing/2014/main" id="{09311B31-210D-4070-BC42-BE2532F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29325" y="4005263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38791"/>
            </a:solidFill>
            <a:prstDash val="dash"/>
          </a:ln>
        </p:spPr>
      </p:cxnSp>
      <p:sp>
        <p:nvSpPr>
          <p:cNvPr id="21" name="missing-input-leader-2-start">
            <a:extLst xmlns:a="http://schemas.openxmlformats.org/drawingml/2006/main">
              <a:ext uri="{FF2B5EF4-FFF2-40B4-BE49-F238E27FC236}">
                <a16:creationId xmlns:a16="http://schemas.microsoft.com/office/drawing/2014/main" id="{B523F3BC-BF64-431D-A2E2-4BABEFBD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missing-input-leader-2-end">
            <a:extLst xmlns:a="http://schemas.openxmlformats.org/drawingml/2006/main">
              <a:ext uri="{FF2B5EF4-FFF2-40B4-BE49-F238E27FC236}">
                <a16:creationId xmlns:a16="http://schemas.microsoft.com/office/drawing/2014/main" id="{89CEE067-B979-4980-9399-BCED52F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90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H="1" flipV="1">
            <a:off x="6705600" y="1195388"/>
            <a:ext cx="9525" cy="28098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38791"/>
            </a:solidFill>
            <a:prstDash val="dash"/>
          </a:ln>
        </p:spPr>
      </p:cxnSp>
      <p:sp>
        <p:nvSpPr>
          <p:cNvPr id="24" name="missing-input-leader-3-start">
            <a:extLst xmlns:a="http://schemas.openxmlformats.org/drawingml/2006/main">
              <a:ext uri="{FF2B5EF4-FFF2-40B4-BE49-F238E27FC236}">
                <a16:creationId xmlns:a16="http://schemas.microsoft.com/office/drawing/2014/main" id="{7C852A18-D070-4110-9A5A-B417D3D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90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missing-input-leader-3-end">
            <a:extLst xmlns:a="http://schemas.openxmlformats.org/drawingml/2006/main">
              <a:ext uri="{FF2B5EF4-FFF2-40B4-BE49-F238E27FC236}">
                <a16:creationId xmlns:a16="http://schemas.microsoft.com/office/drawing/2014/main" id="{9C5C8ABB-C606-4B6C-98C6-B9275DF0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906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715125" y="1195388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38791"/>
            </a:solidFill>
            <a:prstDash val="dash"/>
          </a:ln>
        </p:spPr>
      </p:cxnSp>
      <p:sp>
        <p:nvSpPr>
          <p:cNvPr id="27" name="panel-b">
            <a:extLst xmlns:a="http://schemas.openxmlformats.org/drawingml/2006/main">
              <a:ext uri="{FF2B5EF4-FFF2-40B4-BE49-F238E27FC236}">
                <a16:creationId xmlns:a16="http://schemas.microsoft.com/office/drawing/2014/main" id="{248F871C-F965-4676-8A0E-1E91993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0"/>
            <a:ext cx="625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(b)  Runtime communication</a:t>
            </a:r>
          </a:p>
        </p:txBody>
      </p:sp>
      <p:sp>
        <p:nvSpPr>
          <p:cNvPr id="28" name="template-label">
            <a:extLst xmlns:a="http://schemas.openxmlformats.org/drawingml/2006/main">
              <a:ext uri="{FF2B5EF4-FFF2-40B4-BE49-F238E27FC236}">
                <a16:creationId xmlns:a16="http://schemas.microsoft.com/office/drawing/2014/main" id="{ECBB11DA-22F3-453A-B1C0-0AAFD253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6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analysis_task configuration template</a:t>
            </a:r>
          </a:p>
        </p:txBody>
      </p:sp>
      <p:sp>
        <p:nvSpPr>
          <p:cNvPr id="29" name="runtime-agent-0">
            <a:extLst xmlns:a="http://schemas.openxmlformats.org/drawingml/2006/main">
              <a:ext uri="{FF2B5EF4-FFF2-40B4-BE49-F238E27FC236}">
                <a16:creationId xmlns:a16="http://schemas.microsoft.com/office/drawing/2014/main" id="{ABA9C211-7116-4E37-86DA-0D61F407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8764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runtime-agent-0-protocol">
            <a:extLst xmlns:a="http://schemas.openxmlformats.org/drawingml/2006/main">
              <a:ext uri="{FF2B5EF4-FFF2-40B4-BE49-F238E27FC236}">
                <a16:creationId xmlns:a16="http://schemas.microsoft.com/office/drawing/2014/main" id="{EDBCE982-D3D2-4400-BDDC-33489E25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F648D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31" name="runtime-agent-1">
            <a:extLst xmlns:a="http://schemas.openxmlformats.org/drawingml/2006/main">
              <a:ext uri="{FF2B5EF4-FFF2-40B4-BE49-F238E27FC236}">
                <a16:creationId xmlns:a16="http://schemas.microsoft.com/office/drawing/2014/main" id="{2A48895C-885A-481E-8B48-8D1025B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764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2" name="runtime-agent-1-protocol">
            <a:extLst xmlns:a="http://schemas.openxmlformats.org/drawingml/2006/main">
              <a:ext uri="{FF2B5EF4-FFF2-40B4-BE49-F238E27FC236}">
                <a16:creationId xmlns:a16="http://schemas.microsoft.com/office/drawing/2014/main" id="{A3304A93-A6C2-4677-A119-931D8A6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2415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E97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33" name="runtime-agent-2">
            <a:extLst xmlns:a="http://schemas.openxmlformats.org/drawingml/2006/main">
              <a:ext uri="{FF2B5EF4-FFF2-40B4-BE49-F238E27FC236}">
                <a16:creationId xmlns:a16="http://schemas.microsoft.com/office/drawing/2014/main" id="{226E2B95-1FDA-43A9-9968-432953F7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764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runtime-agent-2-protocol">
            <a:extLst xmlns:a="http://schemas.openxmlformats.org/drawingml/2006/main">
              <a:ext uri="{FF2B5EF4-FFF2-40B4-BE49-F238E27FC236}">
                <a16:creationId xmlns:a16="http://schemas.microsoft.com/office/drawing/2014/main" id="{D5706DDD-EB3F-4F70-9D3A-80210F8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724150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823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B582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58235"/>
                </a:solidFill>
                <a:latin typeface="Arial"/>
                <a:ea typeface="Arial"/>
                <a:cs typeface="Arial"/>
              </a:rPr>
              <a:t>ACP</a:t>
            </a:r>
          </a:p>
        </p:txBody>
      </p:sp>
      <p:cxnSp>
        <p:nvCxnSpPr>
          <p:cNvPr id="150" name=""/>
          <p:cNvCxnSpPr>
            <a:stCxn xmlns:a="http://schemas.openxmlformats.org/drawingml/2006/main" id="29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7991475" y="2219325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38791"/>
            </a:solidFill>
            <a:prstDash val="solid"/>
            <a:tailEnd type="triangle" w="med" len="med"/>
          </a:ln>
        </p:spPr>
      </p:cxnSp>
      <p:cxnSp>
        <p:nvCxnSpPr>
          <p:cNvPr id="151" name=""/>
          <p:cNvCxnSpPr>
            <a:stCxn xmlns:a="http://schemas.openxmlformats.org/drawingml/2006/main" id="31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9848850" y="2219325"/>
            <a:ext cx="11715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37" name="runtime-terminal">
            <a:extLst xmlns:a="http://schemas.openxmlformats.org/drawingml/2006/main">
              <a:ext uri="{FF2B5EF4-FFF2-40B4-BE49-F238E27FC236}">
                <a16:creationId xmlns:a16="http://schemas.microsoft.com/office/drawing/2014/main" id="{C3221DDC-94CD-4C7D-BA22-3FD95F8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20574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cxnSp>
        <p:nvCxnSpPr>
          <p:cNvPr id="153" name=""/>
          <p:cNvCxnSpPr>
            <a:stCxn xmlns:a="http://schemas.openxmlformats.org/drawingml/2006/main" id="33" idx="6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1706225" y="2219325"/>
            <a:ext cx="895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38791"/>
            </a:solidFill>
            <a:prstDash val="dash"/>
            <a:tailEnd type="triangle" w="med" len="med"/>
          </a:ln>
        </p:spPr>
      </p:cxnSp>
      <p:sp>
        <p:nvSpPr>
          <p:cNvPr id="39" name="runtime-w01">
            <a:extLst xmlns:a="http://schemas.openxmlformats.org/drawingml/2006/main">
              <a:ext uri="{FF2B5EF4-FFF2-40B4-BE49-F238E27FC236}">
                <a16:creationId xmlns:a16="http://schemas.microsoft.com/office/drawing/2014/main" id="{424F3934-9F8A-41E2-ADAC-D4C43BBE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6263" y="14097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w₀₁</a:t>
            </a:r>
          </a:p>
        </p:txBody>
      </p:sp>
      <p:sp>
        <p:nvSpPr>
          <p:cNvPr id="40" name="runtime-w12">
            <a:extLst xmlns:a="http://schemas.openxmlformats.org/drawingml/2006/main">
              <a:ext uri="{FF2B5EF4-FFF2-40B4-BE49-F238E27FC236}">
                <a16:creationId xmlns:a16="http://schemas.microsoft.com/office/drawing/2014/main" id="{08C5465C-E2B5-425B-9426-2594EF54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14097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w₁₂</a:t>
            </a:r>
          </a:p>
        </p:txBody>
      </p:sp>
      <p:sp>
        <p:nvSpPr>
          <p:cNvPr id="41" name="destination-adapter">
            <a:extLst xmlns:a="http://schemas.openxmlformats.org/drawingml/2006/main">
              <a:ext uri="{FF2B5EF4-FFF2-40B4-BE49-F238E27FC236}">
                <a16:creationId xmlns:a16="http://schemas.microsoft.com/office/drawing/2014/main" id="{544B4623-D3DE-4200-B301-55637AF4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480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destination adapter</a:t>
            </a:r>
          </a:p>
        </p:txBody>
      </p:sp>
      <p:sp>
        <p:nvSpPr>
          <p:cNvPr id="42" name="request-metrics">
            <a:extLst xmlns:a="http://schemas.openxmlformats.org/drawingml/2006/main">
              <a:ext uri="{FF2B5EF4-FFF2-40B4-BE49-F238E27FC236}">
                <a16:creationId xmlns:a16="http://schemas.microsoft.com/office/drawing/2014/main" id="{EF3A0A3C-8F27-4EF8-84F9-2AD9A524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052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request metrics</a:t>
            </a:r>
          </a:p>
        </p:txBody>
      </p:sp>
      <p:sp>
        <p:nvSpPr>
          <p:cNvPr id="43" name="panel-c">
            <a:extLst xmlns:a="http://schemas.openxmlformats.org/drawingml/2006/main">
              <a:ext uri="{FF2B5EF4-FFF2-40B4-BE49-F238E27FC236}">
                <a16:creationId xmlns:a16="http://schemas.microsoft.com/office/drawing/2014/main" id="{6DF8F2A5-2CB5-430A-A28E-3E0D8457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(c)  Measured</a:t>
            </a:r>
          </a:p>
          <a:p xmlns:a="http://schemas.openxmlformats.org/drawingml/2006/main">
            <a:pPr algn="l">
              <a:defRPr sz="23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implementation cost</a:t>
            </a:r>
          </a:p>
        </p:txBody>
      </p:sp>
      <p:sp>
        <p:nvSpPr>
          <p:cNvPr id="44" name="cost-bank-bucket">
            <a:extLst xmlns:a="http://schemas.openxmlformats.org/drawingml/2006/main">
              <a:ext uri="{FF2B5EF4-FFF2-40B4-BE49-F238E27FC236}">
                <a16:creationId xmlns:a16="http://schemas.microsoft.com/office/drawing/2014/main" id="{4B0F061C-9FD5-4B8A-B1FC-268D0B6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10 KB means (ms; log)</a:t>
            </a:r>
          </a:p>
        </p:txBody>
      </p:sp>
      <p:sp>
        <p:nvSpPr>
          <p:cNvPr id="45" name="bank-label-A2A">
            <a:extLst xmlns:a="http://schemas.openxmlformats.org/drawingml/2006/main">
              <a:ext uri="{FF2B5EF4-FFF2-40B4-BE49-F238E27FC236}">
                <a16:creationId xmlns:a16="http://schemas.microsoft.com/office/drawing/2014/main" id="{CE722A12-76B6-4CC4-B5AB-976768A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46" name="bank-guide-A2A-start">
            <a:extLst xmlns:a="http://schemas.openxmlformats.org/drawingml/2006/main">
              <a:ext uri="{FF2B5EF4-FFF2-40B4-BE49-F238E27FC236}">
                <a16:creationId xmlns:a16="http://schemas.microsoft.com/office/drawing/2014/main" id="{B4311240-D310-4E7A-AE8E-75D8976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276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bank-guide-A2A-end">
            <a:extLst xmlns:a="http://schemas.openxmlformats.org/drawingml/2006/main">
              <a:ext uri="{FF2B5EF4-FFF2-40B4-BE49-F238E27FC236}">
                <a16:creationId xmlns:a16="http://schemas.microsoft.com/office/drawing/2014/main" id="{F8EDECC7-F225-4077-A999-5F81F410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2769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3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7800" y="6281738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DDE5E8"/>
            </a:solidFill>
            <a:prstDash val="solid"/>
          </a:ln>
        </p:spPr>
      </p:cxnSp>
      <p:sp>
        <p:nvSpPr>
          <p:cNvPr id="49" name="bank-cost-A2A">
            <a:extLst xmlns:a="http://schemas.openxmlformats.org/drawingml/2006/main">
              <a:ext uri="{FF2B5EF4-FFF2-40B4-BE49-F238E27FC236}">
                <a16:creationId xmlns:a16="http://schemas.microsoft.com/office/drawing/2014/main" id="{9586CA81-6109-4CA2-A5BF-7A87DFF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248" y="6219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E97"/>
          </a:solidFill>
          <a:ln xmlns:a="http://schemas.openxmlformats.org/drawingml/2006/main" w="0">
            <a:solidFill>
              <a:srgbClr val="356E97"/>
            </a:solidFill>
            <a:prstDash val="solid"/>
          </a:ln>
        </p:spPr>
      </p:sp>
      <p:sp>
        <p:nvSpPr>
          <p:cNvPr id="50" name="bank-label-ACP">
            <a:extLst xmlns:a="http://schemas.openxmlformats.org/drawingml/2006/main">
              <a:ext uri="{FF2B5EF4-FFF2-40B4-BE49-F238E27FC236}">
                <a16:creationId xmlns:a16="http://schemas.microsoft.com/office/drawing/2014/main" id="{FBC03D55-B3FB-4562-9961-C74B138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177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582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58235"/>
                </a:solidFill>
                <a:latin typeface="Arial"/>
                <a:ea typeface="Arial"/>
                <a:cs typeface="Arial"/>
              </a:rPr>
              <a:t>ACP</a:t>
            </a:r>
          </a:p>
        </p:txBody>
      </p:sp>
      <p:sp>
        <p:nvSpPr>
          <p:cNvPr id="51" name="bank-guide-ACP-start">
            <a:extLst xmlns:a="http://schemas.openxmlformats.org/drawingml/2006/main">
              <a:ext uri="{FF2B5EF4-FFF2-40B4-BE49-F238E27FC236}">
                <a16:creationId xmlns:a16="http://schemas.microsoft.com/office/drawing/2014/main" id="{A6899A30-8294-4601-9299-3CD5F102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6743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2" name="bank-guide-ACP-end">
            <a:extLst xmlns:a="http://schemas.openxmlformats.org/drawingml/2006/main">
              <a:ext uri="{FF2B5EF4-FFF2-40B4-BE49-F238E27FC236}">
                <a16:creationId xmlns:a16="http://schemas.microsoft.com/office/drawing/2014/main" id="{86752BA7-D40E-47AA-A674-355BFBA9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7437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8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7800" y="6748463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DDE5E8"/>
            </a:solidFill>
            <a:prstDash val="solid"/>
          </a:ln>
        </p:spPr>
      </p:cxnSp>
      <p:sp>
        <p:nvSpPr>
          <p:cNvPr id="54" name="bank-cost-ACP">
            <a:extLst xmlns:a="http://schemas.openxmlformats.org/drawingml/2006/main">
              <a:ext uri="{FF2B5EF4-FFF2-40B4-BE49-F238E27FC236}">
                <a16:creationId xmlns:a16="http://schemas.microsoft.com/office/drawing/2014/main" id="{CED6740A-73CA-4EE7-9B83-65F0673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738" y="6686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235"/>
          </a:solidFill>
          <a:ln xmlns:a="http://schemas.openxmlformats.org/drawingml/2006/main" w="0">
            <a:solidFill>
              <a:srgbClr val="B58235"/>
            </a:solidFill>
            <a:prstDash val="solid"/>
          </a:ln>
        </p:spPr>
      </p:sp>
      <p:sp>
        <p:nvSpPr>
          <p:cNvPr id="55" name="bank-label-ANP">
            <a:extLst xmlns:a="http://schemas.openxmlformats.org/drawingml/2006/main">
              <a:ext uri="{FF2B5EF4-FFF2-40B4-BE49-F238E27FC236}">
                <a16:creationId xmlns:a16="http://schemas.microsoft.com/office/drawing/2014/main" id="{BC17D6B6-53D4-49DF-82A7-A523313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04850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7C80"/>
                </a:solidFill>
                <a:latin typeface="Arial"/>
                <a:ea typeface="Arial"/>
                <a:cs typeface="Arial"/>
              </a:rPr>
              <a:t>ANP</a:t>
            </a:r>
          </a:p>
        </p:txBody>
      </p:sp>
      <p:sp>
        <p:nvSpPr>
          <p:cNvPr id="56" name="bank-guide-ANP-start">
            <a:extLst xmlns:a="http://schemas.openxmlformats.org/drawingml/2006/main">
              <a:ext uri="{FF2B5EF4-FFF2-40B4-BE49-F238E27FC236}">
                <a16:creationId xmlns:a16="http://schemas.microsoft.com/office/drawing/2014/main" id="{512C4099-5114-4377-BCFB-9BF5FDDE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210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bank-guide-ANP-end">
            <a:extLst xmlns:a="http://schemas.openxmlformats.org/drawingml/2006/main">
              <a:ext uri="{FF2B5EF4-FFF2-40B4-BE49-F238E27FC236}">
                <a16:creationId xmlns:a16="http://schemas.microsoft.com/office/drawing/2014/main" id="{1DDC9944-E5CA-45AD-9E3B-495CA64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210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3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7800" y="7215188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DDE5E8"/>
            </a:solidFill>
            <a:prstDash val="solid"/>
          </a:ln>
        </p:spPr>
      </p:cxnSp>
      <p:sp>
        <p:nvSpPr>
          <p:cNvPr id="59" name="bank-cost-ANP">
            <a:extLst xmlns:a="http://schemas.openxmlformats.org/drawingml/2006/main">
              <a:ext uri="{FF2B5EF4-FFF2-40B4-BE49-F238E27FC236}">
                <a16:creationId xmlns:a16="http://schemas.microsoft.com/office/drawing/2014/main" id="{68819ED3-3EBF-48AA-A536-2161D5E4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98" y="7153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C80"/>
          </a:solidFill>
          <a:ln xmlns:a="http://schemas.openxmlformats.org/drawingml/2006/main" w="0">
            <a:solidFill>
              <a:srgbClr val="167C80"/>
            </a:solidFill>
            <a:prstDash val="solid"/>
          </a:ln>
        </p:spPr>
      </p:sp>
      <p:sp>
        <p:nvSpPr>
          <p:cNvPr id="60" name="bank-label-Agora">
            <a:extLst xmlns:a="http://schemas.openxmlformats.org/drawingml/2006/main">
              <a:ext uri="{FF2B5EF4-FFF2-40B4-BE49-F238E27FC236}">
                <a16:creationId xmlns:a16="http://schemas.microsoft.com/office/drawing/2014/main" id="{B888DF05-5D5E-45CC-A013-A61ACF3C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5152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61" name="bank-guide-Agora-start">
            <a:extLst xmlns:a="http://schemas.openxmlformats.org/drawingml/2006/main">
              <a:ext uri="{FF2B5EF4-FFF2-40B4-BE49-F238E27FC236}">
                <a16:creationId xmlns:a16="http://schemas.microsoft.com/office/drawing/2014/main" id="{B04AA1C4-5D41-402F-9264-094BE52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677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bank-guide-Agora-end">
            <a:extLst xmlns:a="http://schemas.openxmlformats.org/drawingml/2006/main">
              <a:ext uri="{FF2B5EF4-FFF2-40B4-BE49-F238E27FC236}">
                <a16:creationId xmlns:a16="http://schemas.microsoft.com/office/drawing/2014/main" id="{73F5A61A-AEE8-462F-9568-AF849DB5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677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8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1447800" y="7681913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DDE5E8"/>
            </a:solidFill>
            <a:prstDash val="solid"/>
          </a:ln>
        </p:spPr>
      </p:cxnSp>
      <p:sp>
        <p:nvSpPr>
          <p:cNvPr id="64" name="bank-cost-Agora">
            <a:extLst xmlns:a="http://schemas.openxmlformats.org/drawingml/2006/main">
              <a:ext uri="{FF2B5EF4-FFF2-40B4-BE49-F238E27FC236}">
                <a16:creationId xmlns:a16="http://schemas.microsoft.com/office/drawing/2014/main" id="{E7B048F4-E8E6-4997-89AC-5277F52E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560" y="762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648D"/>
          </a:solidFill>
          <a:ln xmlns:a="http://schemas.openxmlformats.org/drawingml/2006/main" w="0">
            <a:solidFill>
              <a:srgbClr val="7F648D"/>
            </a:solidFill>
            <a:prstDash val="solid"/>
          </a:ln>
        </p:spPr>
      </p:sp>
      <p:sp>
        <p:nvSpPr>
          <p:cNvPr id="65" name="bank-axis-start">
            <a:extLst xmlns:a="http://schemas.openxmlformats.org/drawingml/2006/main">
              <a:ext uri="{FF2B5EF4-FFF2-40B4-BE49-F238E27FC236}">
                <a16:creationId xmlns:a16="http://schemas.microsoft.com/office/drawing/2014/main" id="{0AAD0742-D66A-41C3-9BDF-E6AABF9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058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bank-axis-end">
            <a:extLst xmlns:a="http://schemas.openxmlformats.org/drawingml/2006/main">
              <a:ext uri="{FF2B5EF4-FFF2-40B4-BE49-F238E27FC236}">
                <a16:creationId xmlns:a16="http://schemas.microsoft.com/office/drawing/2014/main" id="{E706C23E-05B1-483A-8856-6606F3FB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058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2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447800" y="8062913"/>
            <a:ext cx="14573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8791"/>
            </a:solidFill>
            <a:prstDash val="solid"/>
          </a:ln>
        </p:spPr>
      </p:cxnSp>
      <p:sp>
        <p:nvSpPr>
          <p:cNvPr id="68" name="bank-tick-1-start">
            <a:extLst xmlns:a="http://schemas.openxmlformats.org/drawingml/2006/main">
              <a:ext uri="{FF2B5EF4-FFF2-40B4-BE49-F238E27FC236}">
                <a16:creationId xmlns:a16="http://schemas.microsoft.com/office/drawing/2014/main" id="{6859838E-E526-4799-B4A6-AAA3CCD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058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9" name="bank-tick-1-end">
            <a:extLst xmlns:a="http://schemas.openxmlformats.org/drawingml/2006/main">
              <a:ext uri="{FF2B5EF4-FFF2-40B4-BE49-F238E27FC236}">
                <a16:creationId xmlns:a16="http://schemas.microsoft.com/office/drawing/2014/main" id="{30071ED7-1349-49F7-A420-3D8D976E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8115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5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1438275" y="8062913"/>
            <a:ext cx="95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8791"/>
            </a:solidFill>
            <a:prstDash val="solid"/>
          </a:ln>
        </p:spPr>
      </p:cxnSp>
      <p:sp>
        <p:nvSpPr>
          <p:cNvPr id="71" name="bank-tick-label-1">
            <a:extLst xmlns:a="http://schemas.openxmlformats.org/drawingml/2006/main">
              <a:ext uri="{FF2B5EF4-FFF2-40B4-BE49-F238E27FC236}">
                <a16:creationId xmlns:a16="http://schemas.microsoft.com/office/drawing/2014/main" id="{9A35002F-A456-4049-910F-085BB8CF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1819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2" name="bank-tick-10-start">
            <a:extLst xmlns:a="http://schemas.openxmlformats.org/drawingml/2006/main">
              <a:ext uri="{FF2B5EF4-FFF2-40B4-BE49-F238E27FC236}">
                <a16:creationId xmlns:a16="http://schemas.microsoft.com/office/drawing/2014/main" id="{3E513F3C-314D-4522-8D17-FBE9F434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321" y="8058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3" name="bank-tick-10-end">
            <a:extLst xmlns:a="http://schemas.openxmlformats.org/drawingml/2006/main">
              <a:ext uri="{FF2B5EF4-FFF2-40B4-BE49-F238E27FC236}">
                <a16:creationId xmlns:a16="http://schemas.microsoft.com/office/drawing/2014/main" id="{CE2B995B-DDAB-4732-9F7B-90FC8EA9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321" y="8115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9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 flipH="1">
            <a:off x="2431321" y="8062913"/>
            <a:ext cx="95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8791"/>
            </a:solidFill>
            <a:prstDash val="solid"/>
          </a:ln>
        </p:spPr>
      </p:cxnSp>
      <p:sp>
        <p:nvSpPr>
          <p:cNvPr id="75" name="bank-tick-label-10">
            <a:extLst xmlns:a="http://schemas.openxmlformats.org/drawingml/2006/main">
              <a:ext uri="{FF2B5EF4-FFF2-40B4-BE49-F238E27FC236}">
                <a16:creationId xmlns:a16="http://schemas.microsoft.com/office/drawing/2014/main" id="{9DD8E629-1883-4A18-8E53-242A46A5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196" y="81819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6" name="bank-tick-30-start">
            <a:extLst xmlns:a="http://schemas.openxmlformats.org/drawingml/2006/main">
              <a:ext uri="{FF2B5EF4-FFF2-40B4-BE49-F238E27FC236}">
                <a16:creationId xmlns:a16="http://schemas.microsoft.com/office/drawing/2014/main" id="{3899C2A0-1A4A-4B12-8D0C-8CBD09EA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0581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bank-tick-30-end">
            <a:extLst xmlns:a="http://schemas.openxmlformats.org/drawingml/2006/main">
              <a:ext uri="{FF2B5EF4-FFF2-40B4-BE49-F238E27FC236}">
                <a16:creationId xmlns:a16="http://schemas.microsoft.com/office/drawing/2014/main" id="{DD0FF017-D2A4-4BD7-A062-DBE7F082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115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93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 flipH="1">
            <a:off x="2905125" y="8062913"/>
            <a:ext cx="95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8791"/>
            </a:solidFill>
            <a:prstDash val="solid"/>
          </a:ln>
        </p:spPr>
      </p:cxnSp>
      <p:sp>
        <p:nvSpPr>
          <p:cNvPr id="79" name="bank-tick-label-30">
            <a:extLst xmlns:a="http://schemas.openxmlformats.org/drawingml/2006/main">
              <a:ext uri="{FF2B5EF4-FFF2-40B4-BE49-F238E27FC236}">
                <a16:creationId xmlns:a16="http://schemas.microsoft.com/office/drawing/2014/main" id="{304D1B8B-DF5A-4BBD-B899-2A967CB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18197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0" name="request-count">
            <a:extLst xmlns:a="http://schemas.openxmlformats.org/drawingml/2006/main">
              <a:ext uri="{FF2B5EF4-FFF2-40B4-BE49-F238E27FC236}">
                <a16:creationId xmlns:a16="http://schemas.microsoft.com/office/drawing/2014/main" id="{295726D2-4813-4886-BD2E-C0090E3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106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480/480</a:t>
            </a:r>
          </a:p>
        </p:txBody>
      </p:sp>
      <p:sp>
        <p:nvSpPr>
          <p:cNvPr id="81" name="request-count-caption">
            <a:extLst xmlns:a="http://schemas.openxmlformats.org/drawingml/2006/main">
              <a:ext uri="{FF2B5EF4-FFF2-40B4-BE49-F238E27FC236}">
                <a16:creationId xmlns:a16="http://schemas.microsoft.com/office/drawing/2014/main" id="{9E5876BC-CD86-46C6-8F8B-BA5FA4D7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20175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requests succeeded</a:t>
            </a:r>
          </a:p>
        </p:txBody>
      </p:sp>
      <p:sp>
        <p:nvSpPr>
          <p:cNvPr id="82" name="panel-d">
            <a:extLst xmlns:a="http://schemas.openxmlformats.org/drawingml/2006/main">
              <a:ext uri="{FF2B5EF4-FFF2-40B4-BE49-F238E27FC236}">
                <a16:creationId xmlns:a16="http://schemas.microsoft.com/office/drawing/2014/main" id="{CF6BCAC5-288D-4D04-8000-CF58BEB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965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(d)  Assignment reversal witness</a:t>
            </a:r>
          </a:p>
        </p:txBody>
      </p:sp>
      <p:sp>
        <p:nvSpPr>
          <p:cNvPr id="83" name="declared-objective-inputs">
            <a:extLst xmlns:a="http://schemas.openxmlformats.org/drawingml/2006/main">
              <a:ext uri="{FF2B5EF4-FFF2-40B4-BE49-F238E27FC236}">
                <a16:creationId xmlns:a16="http://schemas.microsoft.com/office/drawing/2014/main" id="{7A23DEDE-FA06-4FE2-9CA7-C575FAA4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14950"/>
            <a:ext cx="965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measured C + controlled demand + synthetic margin</a:t>
            </a:r>
          </a:p>
        </p:txBody>
      </p:sp>
      <p:sp>
        <p:nvSpPr>
          <p:cNvPr id="84" name="cost-bank-output-anchor">
            <a:extLst xmlns:a="http://schemas.openxmlformats.org/drawingml/2006/main">
              <a:ext uri="{FF2B5EF4-FFF2-40B4-BE49-F238E27FC236}">
                <a16:creationId xmlns:a16="http://schemas.microsoft.com/office/drawing/2014/main" id="{85CD4E10-17EE-4B89-8F89-5118C028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353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0" name=""/>
          <p:cNvCxnSpPr>
            <a:stCxn xmlns:a="http://schemas.openxmlformats.org/drawingml/2006/main" id="84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 flipV="1">
            <a:off x="2914650" y="5486400"/>
            <a:ext cx="762000" cy="871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8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1AB5556-3C4B-47E1-B1DC-18273D3B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857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87" name="after-label">
            <a:extLst xmlns:a="http://schemas.openxmlformats.org/drawingml/2006/main">
              <a:ext uri="{FF2B5EF4-FFF2-40B4-BE49-F238E27FC236}">
                <a16:creationId xmlns:a16="http://schemas.microsoft.com/office/drawing/2014/main" id="{F8E508A7-9EFD-4DC8-BEF0-983B6017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857875"/>
            <a:ext cx="4448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Sensitivity-objective minimizer</a:t>
            </a:r>
          </a:p>
        </p:txBody>
      </p:sp>
      <p:sp>
        <p:nvSpPr>
          <p:cNvPr id="88" name="before-agent-0">
            <a:extLst xmlns:a="http://schemas.openxmlformats.org/drawingml/2006/main">
              <a:ext uri="{FF2B5EF4-FFF2-40B4-BE49-F238E27FC236}">
                <a16:creationId xmlns:a16="http://schemas.microsoft.com/office/drawing/2014/main" id="{00D86A40-B812-4FDA-B592-2C0B5C0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9" name="before-agent-0-protocol">
            <a:extLst xmlns:a="http://schemas.openxmlformats.org/drawingml/2006/main">
              <a:ext uri="{FF2B5EF4-FFF2-40B4-BE49-F238E27FC236}">
                <a16:creationId xmlns:a16="http://schemas.microsoft.com/office/drawing/2014/main" id="{E8CD7FE6-549A-4C19-A64B-73A2FAA7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F648D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90" name="before-agent-1">
            <a:extLst xmlns:a="http://schemas.openxmlformats.org/drawingml/2006/main">
              <a:ext uri="{FF2B5EF4-FFF2-40B4-BE49-F238E27FC236}">
                <a16:creationId xmlns:a16="http://schemas.microsoft.com/office/drawing/2014/main" id="{6A88A17C-5D58-475A-A678-550113A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1" name="before-agent-1-protocol">
            <a:extLst xmlns:a="http://schemas.openxmlformats.org/drawingml/2006/main">
              <a:ext uri="{FF2B5EF4-FFF2-40B4-BE49-F238E27FC236}">
                <a16:creationId xmlns:a16="http://schemas.microsoft.com/office/drawing/2014/main" id="{89500981-9665-48A6-89B1-7885A6D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56E97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92" name="before-agent-2">
            <a:extLst xmlns:a="http://schemas.openxmlformats.org/drawingml/2006/main">
              <a:ext uri="{FF2B5EF4-FFF2-40B4-BE49-F238E27FC236}">
                <a16:creationId xmlns:a16="http://schemas.microsoft.com/office/drawing/2014/main" id="{BB5CE11A-992B-4D08-87AF-61F99736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3" name="before-agent-2-protocol">
            <a:extLst xmlns:a="http://schemas.openxmlformats.org/drawingml/2006/main">
              <a:ext uri="{FF2B5EF4-FFF2-40B4-BE49-F238E27FC236}">
                <a16:creationId xmlns:a16="http://schemas.microsoft.com/office/drawing/2014/main" id="{49082F69-3BCD-4F2C-B04E-675E790A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823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B582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58235"/>
                </a:solidFill>
                <a:latin typeface="Arial"/>
                <a:ea typeface="Arial"/>
                <a:cs typeface="Arial"/>
              </a:rPr>
              <a:t>ACP</a:t>
            </a:r>
          </a:p>
        </p:txBody>
      </p:sp>
      <p:cxnSp>
        <p:nvCxnSpPr>
          <p:cNvPr id="209" name=""/>
          <p:cNvCxnSpPr>
            <a:stCxn xmlns:a="http://schemas.openxmlformats.org/drawingml/2006/main" id="88" idx="6"/>
            <a:endCxn xmlns:a="http://schemas.openxmlformats.org/drawingml/2006/main" id="90" idx="2"/>
          </p:cNvCxnSpPr>
          <p:nvPr/>
        </p:nvCxnSpPr>
        <p:spPr>
          <a:xfrm xmlns:a="http://schemas.openxmlformats.org/drawingml/2006/main">
            <a:off x="4352925" y="6829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8791"/>
            </a:solidFill>
            <a:prstDash val="solid"/>
            <a:tailEnd type="triangle" w="med" len="med"/>
          </a:ln>
        </p:spPr>
      </p:cxnSp>
      <p:cxnSp>
        <p:nvCxnSpPr>
          <p:cNvPr id="210" name=""/>
          <p:cNvCxnSpPr>
            <a:stCxn xmlns:a="http://schemas.openxmlformats.org/drawingml/2006/main" id="90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>
            <a:off x="5695950" y="6829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96" name="before-terminal">
            <a:extLst xmlns:a="http://schemas.openxmlformats.org/drawingml/2006/main">
              <a:ext uri="{FF2B5EF4-FFF2-40B4-BE49-F238E27FC236}">
                <a16:creationId xmlns:a16="http://schemas.microsoft.com/office/drawing/2014/main" id="{8AA77A57-AF73-4D65-8457-FB6DA630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6675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cxnSp>
        <p:nvCxnSpPr>
          <p:cNvPr id="212" name=""/>
          <p:cNvCxnSpPr>
            <a:stCxn xmlns:a="http://schemas.openxmlformats.org/drawingml/2006/main" id="92" idx="6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7038975" y="6829425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38791"/>
            </a:solidFill>
            <a:prstDash val="dash"/>
            <a:tailEnd type="triangle" w="med" len="med"/>
          </a:ln>
        </p:spPr>
      </p:cxnSp>
      <p:sp>
        <p:nvSpPr>
          <p:cNvPr id="98" name="after-agent-0">
            <a:extLst xmlns:a="http://schemas.openxmlformats.org/drawingml/2006/main">
              <a:ext uri="{FF2B5EF4-FFF2-40B4-BE49-F238E27FC236}">
                <a16:creationId xmlns:a16="http://schemas.microsoft.com/office/drawing/2014/main" id="{7F9F0A8C-836C-42D1-8961-E95943BD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9" name="after-agent-0-protocol">
            <a:extLst xmlns:a="http://schemas.openxmlformats.org/drawingml/2006/main">
              <a:ext uri="{FF2B5EF4-FFF2-40B4-BE49-F238E27FC236}">
                <a16:creationId xmlns:a16="http://schemas.microsoft.com/office/drawing/2014/main" id="{60482852-95E4-4C6F-910B-61A6595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F648D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100" name="after-agent-1-changed-halo">
            <a:extLst xmlns:a="http://schemas.openxmlformats.org/drawingml/2006/main">
              <a:ext uri="{FF2B5EF4-FFF2-40B4-BE49-F238E27FC236}">
                <a16:creationId xmlns:a16="http://schemas.microsoft.com/office/drawing/2014/main" id="{F4D6C734-2D8B-4441-AF0D-FF1EEF7B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103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7C80"/>
            </a:solidFill>
            <a:prstDash val="solid"/>
          </a:ln>
        </p:spPr>
      </p:sp>
      <p:sp>
        <p:nvSpPr>
          <p:cNvPr id="101" name="after-agent-1">
            <a:extLst xmlns:a="http://schemas.openxmlformats.org/drawingml/2006/main">
              <a:ext uri="{FF2B5EF4-FFF2-40B4-BE49-F238E27FC236}">
                <a16:creationId xmlns:a16="http://schemas.microsoft.com/office/drawing/2014/main" id="{45010D8A-8EA0-4C7E-ABC1-69EC317F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21908">
            <a:solidFill>
              <a:srgbClr val="167C80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2" name="after-agent-1-protocol">
            <a:extLst xmlns:a="http://schemas.openxmlformats.org/drawingml/2006/main">
              <a:ext uri="{FF2B5EF4-FFF2-40B4-BE49-F238E27FC236}">
                <a16:creationId xmlns:a16="http://schemas.microsoft.com/office/drawing/2014/main" id="{4C5953CD-F096-42EF-9A2A-50B89F7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C80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67C80"/>
                </a:solidFill>
                <a:latin typeface="Arial"/>
                <a:ea typeface="Arial"/>
                <a:cs typeface="Arial"/>
              </a:rPr>
              <a:t>ANP</a:t>
            </a:r>
          </a:p>
        </p:txBody>
      </p:sp>
      <p:sp>
        <p:nvSpPr>
          <p:cNvPr id="103" name="after-agent-2">
            <a:extLst xmlns:a="http://schemas.openxmlformats.org/drawingml/2006/main">
              <a:ext uri="{FF2B5EF4-FFF2-40B4-BE49-F238E27FC236}">
                <a16:creationId xmlns:a16="http://schemas.microsoft.com/office/drawing/2014/main" id="{7F427421-0662-48C7-90C2-6CE19525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15240">
            <a:solidFill>
              <a:srgbClr val="738791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4" name="after-agent-2-protocol">
            <a:extLst xmlns:a="http://schemas.openxmlformats.org/drawingml/2006/main">
              <a:ext uri="{FF2B5EF4-FFF2-40B4-BE49-F238E27FC236}">
                <a16:creationId xmlns:a16="http://schemas.microsoft.com/office/drawing/2014/main" id="{AC9BB395-D332-490A-AB5C-58528B71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305675"/>
            <a:ext cx="895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5823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B5823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B58235"/>
                </a:solidFill>
                <a:latin typeface="Arial"/>
                <a:ea typeface="Arial"/>
                <a:cs typeface="Arial"/>
              </a:rPr>
              <a:t>ACP</a:t>
            </a:r>
          </a:p>
        </p:txBody>
      </p:sp>
      <p:cxnSp>
        <p:nvCxnSpPr>
          <p:cNvPr id="220" name=""/>
          <p:cNvCxnSpPr>
            <a:stCxn xmlns:a="http://schemas.openxmlformats.org/drawingml/2006/main" id="98" idx="6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9467850" y="6829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8791"/>
            </a:solidFill>
            <a:prstDash val="solid"/>
            <a:tailEnd type="triangle" w="med" len="med"/>
          </a:ln>
        </p:spPr>
      </p:cxnSp>
      <p:cxnSp>
        <p:nvCxnSpPr>
          <p:cNvPr id="221" name=""/>
          <p:cNvCxnSpPr>
            <a:stCxn xmlns:a="http://schemas.openxmlformats.org/drawingml/2006/main" id="101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>
            <a:off x="10810875" y="6829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38791"/>
            </a:solidFill>
            <a:prstDash val="solid"/>
            <a:tailEnd type="triangle" w="med" len="med"/>
          </a:ln>
        </p:spPr>
      </p:cxnSp>
      <p:sp>
        <p:nvSpPr>
          <p:cNvPr id="107" name="after-terminal">
            <a:extLst xmlns:a="http://schemas.openxmlformats.org/drawingml/2006/main">
              <a:ext uri="{FF2B5EF4-FFF2-40B4-BE49-F238E27FC236}">
                <a16:creationId xmlns:a16="http://schemas.microsoft.com/office/drawing/2014/main" id="{807D6A8D-9489-4231-B45A-47236DE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6667500"/>
            <a:ext cx="62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cxnSp>
        <p:nvCxnSpPr>
          <p:cNvPr id="223" name=""/>
          <p:cNvCxnSpPr>
            <a:stCxn xmlns:a="http://schemas.openxmlformats.org/drawingml/2006/main" id="103" idx="6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12153900" y="6829425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38791"/>
            </a:solidFill>
            <a:prstDash val="dash"/>
            <a:tailEnd type="triangle" w="med" len="med"/>
          </a:ln>
        </p:spPr>
      </p:cxnSp>
      <p:sp>
        <p:nvSpPr>
          <p:cNvPr id="109" name="changed-agent">
            <a:extLst xmlns:a="http://schemas.openxmlformats.org/drawingml/2006/main">
              <a:ext uri="{FF2B5EF4-FFF2-40B4-BE49-F238E27FC236}">
                <a16:creationId xmlns:a16="http://schemas.microsoft.com/office/drawing/2014/main" id="{0AAE5209-F6B2-4D9E-82A1-2D55423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7820025"/>
            <a:ext cx="1819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3642"/>
                </a:solidFill>
                <a:latin typeface="Arial"/>
                <a:ea typeface="Arial"/>
                <a:cs typeface="Arial"/>
              </a:rPr>
              <a:t>Agent 1:</a:t>
            </a:r>
          </a:p>
        </p:txBody>
      </p:sp>
      <p:sp>
        <p:nvSpPr>
          <p:cNvPr id="110" name="old-protocol">
            <a:extLst xmlns:a="http://schemas.openxmlformats.org/drawingml/2006/main">
              <a:ext uri="{FF2B5EF4-FFF2-40B4-BE49-F238E27FC236}">
                <a16:creationId xmlns:a16="http://schemas.microsoft.com/office/drawing/2014/main" id="{ACC9FD98-1D7A-401D-8498-3FCFA79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820025"/>
            <a:ext cx="904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56E9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56E97"/>
                </a:solidFill>
                <a:latin typeface="Arial"/>
                <a:ea typeface="Arial"/>
                <a:cs typeface="Arial"/>
              </a:rPr>
              <a:t>A2A</a:t>
            </a:r>
          </a:p>
        </p:txBody>
      </p:sp>
      <p:sp>
        <p:nvSpPr>
          <p:cNvPr id="111" name="protocol-change-arrow">
            <a:extLst xmlns:a="http://schemas.openxmlformats.org/drawingml/2006/main">
              <a:ext uri="{FF2B5EF4-FFF2-40B4-BE49-F238E27FC236}">
                <a16:creationId xmlns:a16="http://schemas.microsoft.com/office/drawing/2014/main" id="{4E6293BA-E3F6-45CA-94BB-9F906F9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20025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20364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036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2" name="new-protocol">
            <a:extLst xmlns:a="http://schemas.openxmlformats.org/drawingml/2006/main">
              <a:ext uri="{FF2B5EF4-FFF2-40B4-BE49-F238E27FC236}">
                <a16:creationId xmlns:a16="http://schemas.microsoft.com/office/drawing/2014/main" id="{72A7D561-1A67-4A9C-A7C7-4BB30C2A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820025"/>
            <a:ext cx="106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ANP</a:t>
            </a:r>
          </a:p>
        </p:txBody>
      </p:sp>
      <p:sp>
        <p:nvSpPr>
          <p:cNvPr id="113" name="unchanged-agora">
            <a:extLst xmlns:a="http://schemas.openxmlformats.org/drawingml/2006/main">
              <a:ext uri="{FF2B5EF4-FFF2-40B4-BE49-F238E27FC236}">
                <a16:creationId xmlns:a16="http://schemas.microsoft.com/office/drawing/2014/main" id="{6FEA4E27-9433-4A7F-AD1B-DEA0083E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7915275"/>
            <a:ext cx="4324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F648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F648D"/>
                </a:solidFill>
                <a:latin typeface="Arial"/>
                <a:ea typeface="Arial"/>
                <a:cs typeface="Arial"/>
              </a:rPr>
              <a:t>Agora unchanged</a:t>
            </a:r>
          </a:p>
        </p:txBody>
      </p:sp>
      <p:sp>
        <p:nvSpPr>
          <p:cNvPr id="114" name="witness-controls">
            <a:extLst xmlns:a="http://schemas.openxmlformats.org/drawingml/2006/main">
              <a:ext uri="{FF2B5EF4-FFF2-40B4-BE49-F238E27FC236}">
                <a16:creationId xmlns:a16="http://schemas.microsoft.com/office/drawing/2014/main" id="{855E791B-533C-424A-9B40-E9612E1D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8562975"/>
            <a:ext cx="965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10 KB  ·  100 controlled requests/edge  ·  λ = 0.1</a:t>
            </a:r>
          </a:p>
          <a:p xmlns:a="http://schemas.openxmlformats.org/drawingml/2006/main">
            <a:pPr algn="l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Synthetic unit margin</a:t>
            </a:r>
          </a:p>
        </p:txBody>
      </p:sp>
      <p:sp>
        <p:nvSpPr>
          <p:cNvPr id="115" name="diagnostic-footer">
            <a:extLst xmlns:a="http://schemas.openxmlformats.org/drawingml/2006/main">
              <a:ext uri="{FF2B5EF4-FFF2-40B4-BE49-F238E27FC236}">
                <a16:creationId xmlns:a16="http://schemas.microsoft.com/office/drawing/2014/main" id="{F8D2CB8C-3E02-4B9F-B193-E118A15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34402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73879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38791"/>
                </a:solidFill>
                <a:latin typeface="Arial"/>
                <a:ea typeface="Arial"/>
                <a:cs typeface="Arial"/>
              </a:rPr>
              <a:t>Diagnostic sensitivity analysis — not an end-to-end GAIA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123126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2026-10-05T12:43:57.0490000Z</dcterms:created>
  <dcterms:modified xsi:type="dcterms:W3CDTF">2026-10-05T12:43:57.0490000Z</dcterms:modified>
</coreProperties>
</file>